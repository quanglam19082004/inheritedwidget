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M Serif Display" charset="1" panose="00000000000000000000"/>
      <p:regular r:id="rId21"/>
    </p:embeddedFont>
    <p:embeddedFont>
      <p:font typeface="Times New Roman" charset="1" panose="02020603050405020304"/>
      <p:regular r:id="rId22"/>
    </p:embeddedFont>
    <p:embeddedFont>
      <p:font typeface="Times New Roman Bold" charset="1" panose="02020803070505020304"/>
      <p:regular r:id="rId23"/>
    </p:embeddedFont>
    <p:embeddedFont>
      <p:font typeface="Poppins" charset="1" panose="00000500000000000000"/>
      <p:regular r:id="rId24"/>
    </p:embeddedFont>
    <p:embeddedFont>
      <p:font typeface="Open Sauce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VAG4UECUDx0.mp4" Type="http://schemas.openxmlformats.org/officeDocument/2006/relationships/video"/><Relationship Id="rId6" Target="../media/VAG4UECUDx0.mp4" Type="http://schemas.microsoft.com/office/2007/relationships/media"/><Relationship Id="rId7" Target="../media/image7.jpeg" Type="http://schemas.openxmlformats.org/officeDocument/2006/relationships/image"/><Relationship Id="rId8" Target="../media/VAG4UBxR9U4.mp4" Type="http://schemas.openxmlformats.org/officeDocument/2006/relationships/video"/><Relationship Id="rId9" Target="../media/VAG4UBxR9U4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65336" y="4058285"/>
            <a:ext cx="1358834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Inherited Widg</a:t>
            </a: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26768" y="6732270"/>
            <a:ext cx="9926914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SVTH: 1. ĐẶNG QUANG LÂM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-US" sz="2799" spc="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NGUYỄN HỮU NAM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85814" y="773430"/>
            <a:ext cx="9926914" cy="14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 ĐẠI HỌC</a:t>
            </a:r>
            <a:r>
              <a:rPr lang="en-US" sz="2799" spc="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BÁCH KHOA​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KHOA ĐIỆN TỬ - VIỄN THÔNG​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69465"/>
            <a:ext cx="5362694" cy="110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 CÁO TUẦN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MÔN: LẬP TRÌNH ĐA NỀN TẢNG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57624" y="8714740"/>
            <a:ext cx="2616875" cy="54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Đà Nẵng, 11/2025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4" id="4"/>
          <p:cNvGraphicFramePr/>
          <p:nvPr/>
        </p:nvGraphicFramePr>
        <p:xfrm>
          <a:off x="135060" y="3588046"/>
          <a:ext cx="16230600" cy="2020216"/>
        </p:xfrm>
        <a:graphic>
          <a:graphicData uri="http://schemas.openxmlformats.org/presentationml/2006/ole">
            <p:oleObj imgW="19469100" imgH="52578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195725"/>
            <a:ext cx="7514435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công công việc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52405" y="2672960"/>
            <a:ext cx="2985548" cy="736027"/>
          </a:xfrm>
          <a:custGeom>
            <a:avLst/>
            <a:gdLst/>
            <a:ahLst/>
            <a:cxnLst/>
            <a:rect r="r" b="b" t="t" l="l"/>
            <a:pathLst>
              <a:path h="736027" w="2985548">
                <a:moveTo>
                  <a:pt x="0" y="0"/>
                </a:moveTo>
                <a:lnTo>
                  <a:pt x="2985548" y="0"/>
                </a:lnTo>
                <a:lnTo>
                  <a:pt x="2985548" y="736027"/>
                </a:lnTo>
                <a:lnTo>
                  <a:pt x="0" y="736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195725"/>
            <a:ext cx="13357501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Giới thiệu về InheritedWidget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3640" y="2690167"/>
            <a:ext cx="15781208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edWidge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là một widget đặc biệt trong Flutter ch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phép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truyền dữ liệu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widg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một cách hiệu quả mà kh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ôn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cần phả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truyền qua từng widget trung gian.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2405" y="4346882"/>
            <a:ext cx="11076610" cy="19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widget con có th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ể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truy 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ập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trực tiếp dữ liệu bằng 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ntext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 các widget con tự động rebuild khi dữ liệu thay đổi</a:t>
            </a:r>
          </a:p>
          <a:p>
            <a:pPr algn="l">
              <a:lnSpc>
                <a:spcPts val="51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66399" y="6127422"/>
            <a:ext cx="13687774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final </a:t>
            </a:r>
            <a:r>
              <a:rPr lang="en-US" sz="3200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</a:rPr>
              <a:t>theme</a:t>
            </a:r>
            <a:r>
              <a:rPr lang="en-US" sz="3200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 = Theme.</a:t>
            </a:r>
            <a:r>
              <a:rPr lang="en-US" sz="3200">
                <a:solidFill>
                  <a:srgbClr val="FF751F"/>
                </a:solidFill>
                <a:latin typeface="Poppins"/>
                <a:ea typeface="Poppins"/>
                <a:cs typeface="Poppins"/>
                <a:sym typeface="Poppins"/>
              </a:rPr>
              <a:t>of(context)</a:t>
            </a:r>
            <a:r>
              <a:rPr lang="en-US" sz="3200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  <a:p>
            <a:pPr algn="l" marL="0" indent="0" lvl="0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final </a:t>
            </a:r>
            <a:r>
              <a:rPr lang="en-US" sz="3200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</a:rPr>
              <a:t>media </a:t>
            </a:r>
            <a:r>
              <a:rPr lang="en-US" sz="3200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= MediaQue</a:t>
            </a:r>
            <a:r>
              <a:rPr lang="en-US" sz="3200" strike="noStrike" u="none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ry</a:t>
            </a:r>
            <a:r>
              <a:rPr lang="en-US" sz="3200" strike="noStrike" u="none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3200" strike="noStrike" u="none">
                <a:solidFill>
                  <a:srgbClr val="FF751F"/>
                </a:solidFill>
                <a:latin typeface="Poppins"/>
                <a:ea typeface="Poppins"/>
                <a:cs typeface="Poppins"/>
                <a:sym typeface="Poppins"/>
              </a:rPr>
              <a:t>of(contex</a:t>
            </a:r>
            <a:r>
              <a:rPr lang="en-US" sz="3200" strike="noStrike" u="none">
                <a:solidFill>
                  <a:srgbClr val="FF751F"/>
                </a:solidFill>
                <a:latin typeface="Poppins"/>
                <a:ea typeface="Poppins"/>
                <a:cs typeface="Poppins"/>
                <a:sym typeface="Poppins"/>
              </a:rPr>
              <a:t>t)</a:t>
            </a:r>
            <a:r>
              <a:rPr lang="en-US" sz="3200" strike="noStrike" u="none">
                <a:solidFill>
                  <a:srgbClr val="4A22FF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20977" y="40258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20977" y="569605"/>
            <a:ext cx="13357501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Vai trò của InheritedWidget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977" y="2631540"/>
            <a:ext cx="7892799" cy="387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iúp truyền dữ liệu xu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yên su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ố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cây widget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 dữ liệu hiệu quả, g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iảm việc truyền thủ công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hiều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(prop drilling)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cơ sở 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Prov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ider, Riverpod, Bloc...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hiệu năng khi dữ liệu thay đổi</a:t>
            </a:r>
          </a:p>
          <a:p>
            <a:pPr algn="l" marL="0" indent="0" lvl="0">
              <a:lnSpc>
                <a:spcPts val="5120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9144000" y="1896846"/>
            <a:ext cx="0" cy="78377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9483531" y="1767752"/>
            <a:ext cx="8804469" cy="852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AppInfo extends InheritedWidget {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final String appName = "Flutter Demo App";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 AppInfo({required super.child});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static AppInfo of(BuildContext context) =&gt;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context.dependOnInheritedWidgetOfExactType&lt;AppInfo&gt;()!;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@override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bool updateShouldNotify(AppInfo oldWidget) =&gt; false;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DeepChild extends StatelessWidget {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@override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Widget build(BuildContext context) {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final info = AppInfo.of(context);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Text("Ứng dụng: ${info.appName}");</a:t>
            </a:r>
          </a:p>
          <a:p>
            <a:pPr algn="l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</a:p>
          <a:p>
            <a:pPr algn="l" marL="0" indent="0" lvl="0">
              <a:lnSpc>
                <a:spcPts val="4211"/>
              </a:lnSpc>
            </a:pPr>
            <a:r>
              <a:rPr lang="en-US" sz="2632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65997" y="40258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7723806" y="1908200"/>
            <a:ext cx="0" cy="78678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7976732" y="2013791"/>
            <a:ext cx="10176208" cy="776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MyData extends InheritedWidget {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final String message;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 MyData({required this.message, required super.child});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static MyData of(BuildContext context) =&gt;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context.dependOnInheritedWidgetOfExactType&lt;MyData&gt;()!;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@override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bool updateShouldNotify(MyData oldWidget) =&gt;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message != oldWidget.message;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algn="l">
              <a:lnSpc>
                <a:spcPts val="51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65997" y="569605"/>
            <a:ext cx="13357501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Cấu trúc của InheritedWidget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61675" y="3495431"/>
            <a:ext cx="2788156" cy="687364"/>
          </a:xfrm>
          <a:custGeom>
            <a:avLst/>
            <a:gdLst/>
            <a:ahLst/>
            <a:cxnLst/>
            <a:rect r="r" b="b" t="t" l="l"/>
            <a:pathLst>
              <a:path h="687364" w="2788156">
                <a:moveTo>
                  <a:pt x="0" y="0"/>
                </a:moveTo>
                <a:lnTo>
                  <a:pt x="2788155" y="0"/>
                </a:lnTo>
                <a:lnTo>
                  <a:pt x="2788155" y="687365"/>
                </a:lnTo>
                <a:lnTo>
                  <a:pt x="0" y="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3321" y="4007246"/>
            <a:ext cx="3498889" cy="862581"/>
          </a:xfrm>
          <a:custGeom>
            <a:avLst/>
            <a:gdLst/>
            <a:ahLst/>
            <a:cxnLst/>
            <a:rect r="r" b="b" t="t" l="l"/>
            <a:pathLst>
              <a:path h="862581" w="3498889">
                <a:moveTo>
                  <a:pt x="0" y="0"/>
                </a:moveTo>
                <a:lnTo>
                  <a:pt x="3498890" y="0"/>
                </a:lnTo>
                <a:lnTo>
                  <a:pt x="3498890" y="862582"/>
                </a:lnTo>
                <a:lnTo>
                  <a:pt x="0" y="862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997" y="2775786"/>
            <a:ext cx="7069823" cy="258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liệu muốn chia sẻ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Hàm static of(co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ntext)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để truy cập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teShouldNotify() để kiểm tra khi nào rebuild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65997" y="40258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53321" y="4346512"/>
            <a:ext cx="14408096" cy="581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MyData extends InheritedWidget {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final int counter;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 MyData({required this.counter, required super.child});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static MyData of(BuildContext context) =&gt;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context.dependOnInheritedWidgetOfExactType&lt;MyData&gt;()!;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@override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bool updateShouldNotify(MyData old) =&gt; counter != old.counter;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algn="l">
              <a:lnSpc>
                <a:spcPts val="51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5997" y="569605"/>
            <a:ext cx="13357501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Tạo Custom InheritedWidget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688153" y="1978670"/>
            <a:ext cx="2788156" cy="687364"/>
          </a:xfrm>
          <a:custGeom>
            <a:avLst/>
            <a:gdLst/>
            <a:ahLst/>
            <a:cxnLst/>
            <a:rect r="r" b="b" t="t" l="l"/>
            <a:pathLst>
              <a:path h="687364" w="2788156">
                <a:moveTo>
                  <a:pt x="0" y="0"/>
                </a:moveTo>
                <a:lnTo>
                  <a:pt x="2788155" y="0"/>
                </a:lnTo>
                <a:lnTo>
                  <a:pt x="2788155" y="687364"/>
                </a:lnTo>
                <a:lnTo>
                  <a:pt x="0" y="687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5948" y="3419853"/>
            <a:ext cx="1823956" cy="449660"/>
          </a:xfrm>
          <a:custGeom>
            <a:avLst/>
            <a:gdLst/>
            <a:ahLst/>
            <a:cxnLst/>
            <a:rect r="r" b="b" t="t" l="l"/>
            <a:pathLst>
              <a:path h="449660" w="1823956">
                <a:moveTo>
                  <a:pt x="0" y="0"/>
                </a:moveTo>
                <a:lnTo>
                  <a:pt x="1823956" y="0"/>
                </a:lnTo>
                <a:lnTo>
                  <a:pt x="1823956" y="449660"/>
                </a:lnTo>
                <a:lnTo>
                  <a:pt x="0" y="44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4993" y="1918272"/>
            <a:ext cx="7069823" cy="258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 lớp kế thừa InheritedWidget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 d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ữ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liệu cần chia sẻ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of(co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ntext)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để truy cập</a:t>
            </a:r>
          </a:p>
          <a:p>
            <a:pPr algn="l">
              <a:lnSpc>
                <a:spcPts val="51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381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984202" y="1732612"/>
            <a:ext cx="11301710" cy="905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CounterInheritedWidget extends InheritedWidget {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final int counter;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 CounterInheritedWidget({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required this.counter,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requ</a:t>
            </a: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ired super.child,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});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static CounterInheritedWidget of(BuildContext context) =&gt; context.dependOnInheritedWidgetOfExactType&lt;CounterInheritedWidget&gt;()!;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@override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bool updateShouldNotify(CounterInheritedWidget oldWidget) =&gt;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oldWidget.counter != counter;</a:t>
            </a: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4A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algn="l">
              <a:lnSpc>
                <a:spcPts val="51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05125"/>
            <a:ext cx="17634408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context.dependOnInheritedWidgetOfExactType()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8467" y="1732612"/>
            <a:ext cx="6269298" cy="387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thức này sẽ làm 2 việc chính: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InheritedWidget tương ứng trong cây widget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Đăng ký widget hiện tại để rebuild khi InheritedWidget thay đổi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6727027" y="1557860"/>
            <a:ext cx="0" cy="836898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198467" y="43309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9533049" y="471190"/>
            <a:ext cx="3666653" cy="8229600"/>
          </a:xfrm>
          <a:prstGeom prst="rect">
            <a:avLst/>
          </a:prstGeom>
        </p:spPr>
      </p:pic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3934398" y="471190"/>
            <a:ext cx="3666653" cy="8229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8467" y="619760"/>
            <a:ext cx="8945533" cy="339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 dụng English Vocabulary (InheritedWidget demo)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467" y="4433590"/>
            <a:ext cx="9082184" cy="322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dụng gồm 3 phần chính: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InheritedWidget quản lý trạng thái toàn app (theme + từ vựng đã học)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Danh sách từ vựng để học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Nút đổi giao diện Dark/Light mode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11195359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72947" y="8668718"/>
            <a:ext cx="1912572" cy="1126679"/>
          </a:xfrm>
          <a:custGeom>
            <a:avLst/>
            <a:gdLst/>
            <a:ahLst/>
            <a:cxnLst/>
            <a:rect r="r" b="b" t="t" l="l"/>
            <a:pathLst>
              <a:path h="1126679" w="1912572">
                <a:moveTo>
                  <a:pt x="0" y="0"/>
                </a:moveTo>
                <a:lnTo>
                  <a:pt x="1912572" y="0"/>
                </a:lnTo>
                <a:lnTo>
                  <a:pt x="1912572" y="1126679"/>
                </a:lnTo>
                <a:lnTo>
                  <a:pt x="0" y="11266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3423491"/>
            <a:ext cx="15781208" cy="19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dùng Inh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eritedWidget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cần quan tâ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cách nó ảnh hưởng đến quá trình rebuild trong Flutter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để tránh ứng dụng chạy chậm, tốn tài nguyên, hoặc render không cần thiết... Từ đó dẫn đến ảnh hưởng về mặt hiệu năng (app chậm/lag)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1063273"/>
            <a:ext cx="13357501" cy="22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điểm cần chú ý về hiệu năng </a:t>
            </a:r>
          </a:p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(Performance Considerations)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399" y="5423106"/>
            <a:ext cx="16433999" cy="86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Rebuild không cần thiết: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399" y="6289882"/>
            <a:ext cx="16230600" cy="258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dữ liệu trong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InheritedWidget thay đổi</a:t>
            </a:r>
          </a:p>
          <a:p>
            <a:pPr algn="l">
              <a:lnSpc>
                <a:spcPts val="5120"/>
              </a:lnSpc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=&gt; tất cả widget đang phụ thuộc (dependOn) sẽ bị rebuild.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nhiều widget phụ thuộc =&gt; rebuild nhiều =&gt; tốn CPU.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kiểm soát tốt =&gt; hiệu năng giảm.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45545" y="7218850"/>
            <a:ext cx="4213755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</a:pPr>
            <a:r>
              <a:rPr lang="en-US" sz="3200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Widget rebuild lại khi InheritedWidget cập nhật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648" y="9157857"/>
            <a:ext cx="13687774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</a:pPr>
            <a:r>
              <a:rPr lang="en-US" sz="3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320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dependOnInheritedWidge</a:t>
            </a:r>
            <a:r>
              <a:rPr lang="en-US" sz="3200" strike="noStrike" u="none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3200" strike="noStrike" u="none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fExactType</a:t>
            </a:r>
            <a:r>
              <a:rPr lang="en-US" sz="32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11195359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063273"/>
            <a:ext cx="13357501" cy="22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điểm cần chú ý về hiệu năng </a:t>
            </a:r>
          </a:p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(Performance Considerations)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3447528"/>
            <a:ext cx="16433999" cy="86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Phạm vi ảnh hưởng quá rộng: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14304"/>
            <a:ext cx="16230600" cy="19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hạn chế phạm vi ảnh hưởng của InheritedWidget, nếu đặt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quá cao trong widget tree </a:t>
            </a:r>
          </a:p>
          <a:p>
            <a:pPr algn="l">
              <a:lnSpc>
                <a:spcPts val="5120"/>
              </a:lnSpc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=&gt; nhiều widget sẽ chịu ảnh hưởng =&gt; dẫn đến rebuild lan rộng.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InheritedWidget gần nơi cần dùng để giới hạn phạm vi rebuild.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399" y="6371069"/>
            <a:ext cx="16433999" cy="86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Tách nhỏ widget để giảm cập nhật: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237844"/>
            <a:ext cx="16230600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Widget build phức tạp gây tốn thời gian =&gt; nên 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ách thành widget nhỏ.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tiêu: mỗi thay đổi chỉ ảnh hưởng phạm vi nhỏ.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41024" y="8984743"/>
            <a:ext cx="98082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4500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“Smaller</a:t>
            </a:r>
            <a:r>
              <a:rPr lang="en-US" sz="4500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widgets → less rebuild → faster”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3875039">
            <a:off x="1441505" y="8807582"/>
            <a:ext cx="1280570" cy="754372"/>
          </a:xfrm>
          <a:custGeom>
            <a:avLst/>
            <a:gdLst/>
            <a:ahLst/>
            <a:cxnLst/>
            <a:rect r="r" b="b" t="t" l="l"/>
            <a:pathLst>
              <a:path h="754372" w="1280570">
                <a:moveTo>
                  <a:pt x="0" y="0"/>
                </a:moveTo>
                <a:lnTo>
                  <a:pt x="1280570" y="0"/>
                </a:lnTo>
                <a:lnTo>
                  <a:pt x="1280570" y="754372"/>
                </a:lnTo>
                <a:lnTo>
                  <a:pt x="0" y="754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11195359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063273"/>
            <a:ext cx="13357501" cy="22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điểm cần chú ý về hiệu năng </a:t>
            </a:r>
          </a:p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(Performance Considerations)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3720710"/>
            <a:ext cx="16433999" cy="86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Ưu tiên dữ liệu bất biến: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4626933"/>
            <a:ext cx="16230600" cy="322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dùng dữ liệu bất biến vì Flut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dễ nhận biết thay đổi giữa object cũ và mới </a:t>
            </a:r>
          </a:p>
          <a:p>
            <a:pPr algn="l">
              <a:lnSpc>
                <a:spcPts val="5120"/>
              </a:lnSpc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=&gt; rebuild đúng widget cần thiết =&gt; hiệu năng tốt hơn.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cập nhật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ữ l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ệu =&gt;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 thay vì sửa object cũ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copyWith()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sao chép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thay đổi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ột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phần thuộc tính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Tránh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cập nhật 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rực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iếp giá trị bên trong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 cũ tránh UI rebuild sai hoặc không rebuild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11195359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063273"/>
            <a:ext cx="13357501" cy="22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điểm cần chú ý về hiệu năng </a:t>
            </a:r>
          </a:p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(Performance Considerations)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3364746"/>
            <a:ext cx="16433999" cy="86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Không nên lạm dụng: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4231521"/>
            <a:ext cx="16230600" cy="19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InheritedWidget phù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hợp cho state nhỏ, thay đổi ít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thay đổi liên tục =&gt; rebuild nhiều =&gt; giảm hiệu năng, app kém mượt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quá phức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ạp =&gt;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nên 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n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hắc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sử dụng thư viện khác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River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 / ...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399" y="6212086"/>
            <a:ext cx="16433999" cy="86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InheritedModel tối ưu hơn: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399" y="7078862"/>
            <a:ext cx="16230600" cy="19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InheritedWidget =&gt; dù chỉ 1 phần dữ liệu thay đổi =&gt; rebuild tất cả widget phụ thuộc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InheritedModel =&gt; khi 1 phần dữ liệu thay đổi =&gt; chỉ widget “quan tâm” phần đó mới rebuild 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Phù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 khi nhiều widget dùng các phần khác nhau từ cùng một dữ liệu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1245397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86588"/>
            <a:ext cx="15781208" cy="452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InheritedWidget phù hợp cho những trường hợp truyền dữ liệu xuống sâu trong cây widget mà không cần cập nhật thường xuyên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 liệu thay đổi ít hoặc hiếm khi thay đổi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Muốn sử dụng thuần Flutter SDK, không muốn dùng package ngoài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Phù hợp state đơn giản, ít lớp, ít logic cập nhật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state management cho mục đích học tập / học thuật / tìm hiểu cơ chế quản lý state ở mức thấp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1063273"/>
            <a:ext cx="13357501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Khi nào nên dùng InheritedWidget?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7193563"/>
            <a:ext cx="15781208" cy="221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4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Ví dụ: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 theme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54111" y="8122568"/>
            <a:ext cx="5979778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tin đăng nhập đơn giản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14860181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453130"/>
            <a:ext cx="15781208" cy="322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thay đổi liên tục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độ phức tạp cao, nhiều logic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 widget dùng các phần d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ữ liệu khác nhau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App/Dự án quy mô lớn, gồm nhiều lớp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phù hợp nếu cần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quản lý UI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1063273"/>
            <a:ext cx="15643509" cy="22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Vậy thì khi nào không nên dùng InheritedWidget?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6869713"/>
            <a:ext cx="15781208" cy="286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4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Ví dụ: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stream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Socket </a:t>
            </a:r>
          </a:p>
          <a:p>
            <a:pPr algn="l" marL="690881" indent="-345440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phức tạp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Taylor Alonso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DAG37rgXTlw</dc:identifier>
  <dcterms:modified xsi:type="dcterms:W3CDTF">2011-08-01T06:04:30Z</dcterms:modified>
  <cp:revision>1</cp:revision>
  <dc:title>InheritedWidget - Cơ sở của Provider</dc:title>
</cp:coreProperties>
</file>